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// BIOKEY SYSTEM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8F5E0"/>
                </a:solidFill>
                <a:latin typeface="Courier New"/>
              </a:rPr>
              <a:t>Your heartbeat is the key —
at any stress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A9A4A"/>
                </a:solidFill>
                <a:latin typeface="Courier New"/>
              </a:rPr>
              <a:t>Stress-Invariant Biometric Authentication  ·  AES-256-GCM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26280"/>
            <a:ext cx="12188952" cy="54864"/>
          </a:xfrm>
          <a:prstGeom prst="rect">
            <a:avLst/>
          </a:prstGeom>
          <a:solidFill>
            <a:srgbClr val="1A3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AAA6A"/>
                </a:solidFill>
                <a:latin typeface="Courier New"/>
              </a:rPr>
              <a:t>HackTM 2026   //   Defence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Jigmond Alexandru   ·   Milotin Rareș   ·   Sramec Iosif   ·   Stan Cristian     //     UPT AC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01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F5E0"/>
                </a:solidFill>
                <a:latin typeface="Courier New"/>
              </a:rPr>
              <a:t>Authentication breaks
when it matters most.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743200"/>
            <a:ext cx="27432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85292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10128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A soldier's ECG at 70 bpm
is not the same at 160 bpm.
The system denies its own operator.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2743200"/>
            <a:ext cx="27432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79" y="285292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3310128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If the device is seized,
all onboard data is immediately
accessible. No cryptographic barrier.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743200"/>
            <a:ext cx="27432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85292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COERCION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310128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Passwords and cards
can be taken by force.
The operator cannot protect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2743200"/>
            <a:ext cx="2743200" cy="2651760"/>
          </a:xfrm>
          <a:prstGeom prst="rect">
            <a:avLst/>
          </a:prstGeom>
          <a:solidFill>
            <a:srgbClr val="142A14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85292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ourier New"/>
              </a:rPr>
              <a:t>SINGLE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10128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AAA6A"/>
                </a:solidFill>
                <a:latin typeface="Courier New"/>
              </a:rPr>
              <a:t>Every existing biometric system
enrolls once, at rest.
Field conditions break the assumption.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02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8F5E0"/>
                </a:solidFill>
                <a:latin typeface="Courier New"/>
              </a:rPr>
              <a:t>Operator-bound encryption.
Stress-invariant.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514600"/>
            <a:ext cx="11430000" cy="987552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MULTI-TEMPLATE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60604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The operator is enrolled across 5 physiological states — rest to heavy exertion. The system recognizes them at any heart rate, automatically.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630168"/>
            <a:ext cx="11430000" cy="987552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2160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BIOMETRIC KEY DERIVATION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721607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The AES-256 encryption key is derived directly from the cardiac signature + PIN. Without the right person, the data is cryptographically inaccessible — not just access-restricted.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45736"/>
            <a:ext cx="11430000" cy="987552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837175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A4A"/>
                </a:solidFill>
                <a:latin typeface="Courier New"/>
              </a:rPr>
              <a:t>SECOND FACTOR — PIN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837175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5E0"/>
                </a:solidFill>
                <a:latin typeface="Courier New"/>
              </a:rPr>
              <a:t>Even with correct biometrics, a wrong PIN fails at the cryptographic level. Captured biometric data alone is not enough.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AAA6A"/>
                </a:solidFill>
                <a:latin typeface="Courier New"/>
              </a:rPr>
              <a:t>// 03  IMPACT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F5E0"/>
                </a:solidFill>
                <a:latin typeface="Courier New"/>
              </a:rPr>
              <a:t>Any role where the right person
must be at the controls — right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468880"/>
            <a:ext cx="5394960" cy="3474720"/>
          </a:xfrm>
          <a:prstGeom prst="rect">
            <a:avLst/>
          </a:prstGeom>
          <a:solidFill>
            <a:srgbClr val="142A14"/>
          </a:solidFill>
          <a:ln w="1524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Courier New"/>
              </a:rPr>
              <a:t>DEFENCE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9067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Drone operator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9359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Forward operating base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965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Classified device 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94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Two-man rule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468880"/>
            <a:ext cx="5394960" cy="3474720"/>
          </a:xfrm>
          <a:prstGeom prst="rect">
            <a:avLst/>
          </a:prstGeom>
          <a:solidFill>
            <a:srgbClr val="142A14"/>
          </a:solidFill>
          <a:ln w="19050">
            <a:solidFill>
              <a:srgbClr val="4A9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78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9A4A"/>
                </a:solidFill>
                <a:latin typeface="Courier New"/>
              </a:rPr>
              <a:t>CIVIL &amp; INDUSTRIAL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9067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Critical infrastructure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9359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Air traffic controller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965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Nuclear plant operator 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994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5E0"/>
                </a:solidFill>
                <a:latin typeface="Courier New"/>
              </a:rPr>
              <a:t>→  Surgeon / operating room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167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AAA6A"/>
                </a:solidFill>
                <a:latin typeface="Courier New"/>
              </a:rPr>
              <a:t>Cryptographic layer is production-ready.  Path to deployment: TPM/HSM integration — no fundamental blockers.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63640"/>
            <a:ext cx="12188952" cy="36576"/>
          </a:xfrm>
          <a:prstGeom prst="rect">
            <a:avLst/>
          </a:prstGeom>
          <a:solidFill>
            <a:srgbClr val="4A9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