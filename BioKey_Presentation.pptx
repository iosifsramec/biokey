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// BIOKEY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8F5E0"/>
                </a:solidFill>
                <a:latin typeface="Courier New"/>
              </a:rPr>
              <a:t>Your heartbeat is the key —
at any stress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4A9A4A"/>
                </a:solidFill>
                <a:latin typeface="Courier New"/>
              </a:rPr>
              <a:t>Stress-Invariant Biometric Authentication  ·  AES-256-GCM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2188952" cy="54864"/>
          </a:xfrm>
          <a:prstGeom prst="rect">
            <a:avLst/>
          </a:prstGeom>
          <a:solidFill>
            <a:srgbClr val="1A3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HackTM 2026   //   Defence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Jigmond Alexandru   ·   Milotin Rareș   ·   Sramec Iosif   ·   Stan Cristian     //     UPT AC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01  PROBLEM &amp;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E8F5E0"/>
                </a:solidFill>
                <a:latin typeface="Courier New"/>
              </a:rPr>
              <a:t>Authentication fails
when it matters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6AAA6A"/>
                </a:solidFill>
                <a:latin typeface="Courier New"/>
              </a:rPr>
              <a:t>The human body changes under stress. Authentication systems don't.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154680"/>
            <a:ext cx="3657600" cy="26517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3264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STRESS CHANGES THE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379476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HR: 70 bpm → 160 bpm
ECG enrolled at rest fails in the field.
The system denies its own operator.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3154680"/>
            <a:ext cx="3657600" cy="26517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3264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CAPTURED 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379476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No cryptographic binding to the operator.
Seized device = immediate data 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154680"/>
            <a:ext cx="3657600" cy="26517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3264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COERCION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79476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Passwords and cards can be taken by force.
The operator cannot protect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02  EXISTING SOLUTIONS vs BIOKEY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F5E0"/>
                </a:solidFill>
                <a:latin typeface="Courier New"/>
              </a:rPr>
              <a:t>Everything leaves a gap.
We close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514600"/>
            <a:ext cx="5394960" cy="33375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24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WHAT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✕  Passwords — coerced or forgotten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✕  Smart cards — lost or stolen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9826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✕  Single biometric template — fails under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20056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✕  Hardware encryption — key tied to device, not operator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514600"/>
            <a:ext cx="5394960" cy="3337560"/>
          </a:xfrm>
          <a:prstGeom prst="rect">
            <a:avLst/>
          </a:prstGeom>
          <a:solidFill>
            <a:srgbClr val="142A14"/>
          </a:solidFill>
          <a:ln w="2540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624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BIOKEY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✓  5 templates — covers all stress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✓  Key derived from biometrics — not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9826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✓  PIN second factor — biometrics alone not enough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020056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✓  Captured hardware = only ciphertext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1">
                <a:solidFill>
                  <a:srgbClr val="E8F5E0"/>
                </a:solidFill>
                <a:latin typeface="Courier New"/>
              </a:rPr>
              <a:t>"We are the key
to your heartbeat."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343400"/>
            <a:ext cx="12188952" cy="45720"/>
          </a:xfrm>
          <a:prstGeom prst="rect">
            <a:avLst/>
          </a:prstGeom>
          <a:solidFill>
            <a:srgbClr val="1A3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26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A9A4A"/>
                </a:solidFill>
                <a:latin typeface="Courier New"/>
              </a:rPr>
              <a:t>AES-256-GCM   ·   HKDF-SHA256   ·   Multi-Template HRV   ·   PIN Second Factor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AAA6A"/>
                </a:solidFill>
                <a:latin typeface="Courier New"/>
              </a:rPr>
              <a:t>github.com/IosifSramec/biokey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AAA6A"/>
                </a:solidFill>
                <a:latin typeface="Courier New"/>
              </a:rPr>
              <a:t>HackTM 2026   //   Defence Track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